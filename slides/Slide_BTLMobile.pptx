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541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31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457200" y="13030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XÂY</a:t>
            </a:r>
            <a:r>
              <a:rPr lang="vi-VN" sz="2000" b="1" dirty="0">
                <a:solidFill>
                  <a:schemeClr val="bg1"/>
                </a:solidFill>
              </a:rPr>
              <a:t> DỰNG ỨNG DỤNG ĐẶT VÀ QUẢN LÝ CỬA HÀNG </a:t>
            </a:r>
            <a:endParaRPr lang="vi-VN" sz="2000" dirty="0">
              <a:solidFill>
                <a:schemeClr val="bg1"/>
              </a:solidFill>
            </a:endParaRPr>
          </a:p>
          <a:p>
            <a:pPr algn="ctr"/>
            <a:r>
              <a:rPr lang="vi-VN" sz="2000" b="1" dirty="0">
                <a:solidFill>
                  <a:schemeClr val="bg1"/>
                </a:solidFill>
              </a:rPr>
              <a:t>ĐỒNG HỒ </a:t>
            </a:r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03583" y="206883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NỀN TẢNG ANDROID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Mobile </a:t>
            </a: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bản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75435-3F9A-E8D1-5356-BF1C369CD52D}"/>
              </a:ext>
            </a:extLst>
          </p:cNvPr>
          <p:cNvSpPr txBox="1"/>
          <p:nvPr/>
        </p:nvSpPr>
        <p:spPr>
          <a:xfrm>
            <a:off x="3551581" y="3373130"/>
            <a:ext cx="2875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chemeClr val="bg1"/>
                </a:solidFill>
              </a:rPr>
              <a:t>Đặng Văn Sỹ - 12523077</a:t>
            </a:r>
          </a:p>
          <a:p>
            <a:r>
              <a:rPr lang="vi-VN" sz="1400" dirty="0">
                <a:solidFill>
                  <a:schemeClr val="bg1"/>
                </a:solidFill>
              </a:rPr>
              <a:t>Đồng Huy Tài - 12523078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ĐỀ TÀI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365760" y="978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 cầu mua sắm trực tuyến ngày càng tăng.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hồ là mặt hàng phổ biến trên các sàn thương mại điện tử.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kiến thức lập trình Android vào thực tế.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023360" cy="5029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4937760" y="978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bán đồng hồ trên Android.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quản lý sản phẩm và mua sắm trực tuyến.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54480" cy="1828800"/>
          </a:xfrm>
          <a:prstGeom prst="roundRect">
            <a:avLst>
              <a:gd name="adj" fmla="val 5882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2148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chính thức phát triển Android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11680" y="1051560"/>
            <a:ext cx="1554480" cy="1828800"/>
          </a:xfrm>
          <a:prstGeom prst="roundRect">
            <a:avLst>
              <a:gd name="adj" fmla="val 5882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5740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057400" y="2148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lập trình chính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49040" y="1051560"/>
            <a:ext cx="1554480" cy="1828800"/>
          </a:xfrm>
          <a:prstGeom prst="roundRect">
            <a:avLst>
              <a:gd name="adj" fmla="val 5882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9476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794760" y="2148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 cục bộ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0" y="1051560"/>
            <a:ext cx="1554480" cy="1828800"/>
          </a:xfrm>
          <a:prstGeom prst="roundRect">
            <a:avLst>
              <a:gd name="adj" fmla="val 5882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34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532120" y="2148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UI/UX hiện đại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223760" y="1051560"/>
            <a:ext cx="1554480" cy="1828800"/>
          </a:xfrm>
          <a:prstGeom prst="roundRect">
            <a:avLst>
              <a:gd name="adj" fmla="val 5882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2344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6948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phiên bản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74320" y="310896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18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TRIỂN KHAI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4864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 trở lên    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Android Emulator Pixel 5 API 34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HỆ THỐNG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 toàn hệ thống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005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97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69748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sử dụng ứng dụng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CHÍNH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132588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8988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13533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ký, đăng nhập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0" y="182880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9280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1856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937760" y="233172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39572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2359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937760" y="283464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89864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49240" y="28620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hàng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4937760" y="333756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40156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49240" y="33649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đơn hàng</a:t>
            </a:r>
            <a:endParaRPr lang="en-US" sz="1300" dirty="0"/>
          </a:p>
        </p:txBody>
      </p:sp>
      <p:pic>
        <p:nvPicPr>
          <p:cNvPr id="1026" name="Image1">
            <a:extLst>
              <a:ext uri="{FF2B5EF4-FFF2-40B4-BE49-F238E27FC236}">
                <a16:creationId xmlns:a16="http://schemas.microsoft.com/office/drawing/2014/main" id="{2F939444-8E40-1B08-8DE4-CF9D17917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-8" r="-5" b="-8"/>
          <a:stretch>
            <a:fillRect/>
          </a:stretch>
        </p:blipFill>
        <p:spPr bwMode="auto">
          <a:xfrm>
            <a:off x="503632" y="2507673"/>
            <a:ext cx="4068368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— CƠ SỞ DỮ LIỆU SQLite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43644" cy="743447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443644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881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607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NguoiDung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959725" y="1005840"/>
            <a:ext cx="1198418" cy="743447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1959725" y="1005840"/>
            <a:ext cx="1198418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165" y="10881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71205" y="1060704"/>
            <a:ext cx="64839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925228" y="3775080"/>
            <a:ext cx="1251065" cy="743447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7" name="Shape 13"/>
          <p:cNvSpPr/>
          <p:nvPr/>
        </p:nvSpPr>
        <p:spPr>
          <a:xfrm>
            <a:off x="1925228" y="3775080"/>
            <a:ext cx="1251065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388" y="3857376"/>
            <a:ext cx="262266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82428" y="3829944"/>
            <a:ext cx="10008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SanPham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274320" y="3765936"/>
            <a:ext cx="1412332" cy="743447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3" name="Shape 18"/>
          <p:cNvSpPr/>
          <p:nvPr/>
        </p:nvSpPr>
        <p:spPr>
          <a:xfrm>
            <a:off x="274320" y="3765936"/>
            <a:ext cx="1412332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8232"/>
            <a:ext cx="278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" y="3820800"/>
            <a:ext cx="11549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GioHang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274320" y="2385888"/>
            <a:ext cx="1443644" cy="743447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9" name="Shape 23"/>
          <p:cNvSpPr/>
          <p:nvPr/>
        </p:nvSpPr>
        <p:spPr>
          <a:xfrm>
            <a:off x="274320" y="2385888"/>
            <a:ext cx="1443644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2468184"/>
            <a:ext cx="264695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5800" y="2440752"/>
            <a:ext cx="10008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HoaDon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1936542" y="2385888"/>
            <a:ext cx="1221601" cy="743447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35" name="Shape 28"/>
          <p:cNvSpPr/>
          <p:nvPr/>
        </p:nvSpPr>
        <p:spPr>
          <a:xfrm>
            <a:off x="1936542" y="2385888"/>
            <a:ext cx="1221601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981" y="2468184"/>
            <a:ext cx="278033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348023" y="2440752"/>
            <a:ext cx="747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ChiTietHoaDon</a:t>
            </a:r>
            <a:endParaRPr lang="en-US" sz="1300" dirty="0"/>
          </a:p>
        </p:txBody>
      </p:sp>
      <p:pic>
        <p:nvPicPr>
          <p:cNvPr id="2050" name="Image9">
            <a:extLst>
              <a:ext uri="{FF2B5EF4-FFF2-40B4-BE49-F238E27FC236}">
                <a16:creationId xmlns:a16="http://schemas.microsoft.com/office/drawing/2014/main" id="{8D75FD6F-5392-9709-3864-2CC2D2CCA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-8" r="-5" b="-8"/>
          <a:stretch>
            <a:fillRect/>
          </a:stretch>
        </p:blipFill>
        <p:spPr bwMode="auto">
          <a:xfrm>
            <a:off x="3658358" y="1076043"/>
            <a:ext cx="5119882" cy="3296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1: CHỨC NĂNG ADMIN — TỔNG QUAN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41376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783080"/>
            <a:ext cx="1737360" cy="302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</a:t>
            </a:r>
            <a:r>
              <a:rPr lang="vi-V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50592" y="960120"/>
            <a:ext cx="1920240" cy="4183380"/>
          </a:xfrm>
          <a:prstGeom prst="roundRect">
            <a:avLst>
              <a:gd name="adj" fmla="val 5714"/>
            </a:avLst>
          </a:prstGeom>
          <a:solidFill>
            <a:srgbClr val="E945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188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1783080"/>
            <a:ext cx="17373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26864" y="1005840"/>
            <a:ext cx="1920240" cy="4137660"/>
          </a:xfrm>
          <a:prstGeom prst="roundRect">
            <a:avLst>
              <a:gd name="adj" fmla="val 5714"/>
            </a:avLst>
          </a:prstGeom>
          <a:solidFill>
            <a:srgbClr val="F5A623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188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8304" y="1783080"/>
            <a:ext cx="1737360" cy="302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hãng đồng hồ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803136" y="1005840"/>
            <a:ext cx="1920240" cy="4137660"/>
          </a:xfrm>
          <a:prstGeom prst="roundRect">
            <a:avLst>
              <a:gd name="adj" fmla="val 5714"/>
            </a:avLst>
          </a:prstGeom>
          <a:solidFill>
            <a:srgbClr val="27AE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188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1783080"/>
            <a:ext cx="1737360" cy="302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đơn hàng</a:t>
            </a:r>
            <a:endParaRPr lang="en-US" sz="1300" dirty="0"/>
          </a:p>
        </p:txBody>
      </p:sp>
      <p:pic>
        <p:nvPicPr>
          <p:cNvPr id="3074" name="Image29">
            <a:extLst>
              <a:ext uri="{FF2B5EF4-FFF2-40B4-BE49-F238E27FC236}">
                <a16:creationId xmlns:a16="http://schemas.microsoft.com/office/drawing/2014/main" id="{9D903F50-EF5C-72B3-3499-388E6542A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8" r="-14" b="-8"/>
          <a:stretch>
            <a:fillRect/>
          </a:stretch>
        </p:blipFill>
        <p:spPr bwMode="auto">
          <a:xfrm>
            <a:off x="2579850" y="2085109"/>
            <a:ext cx="1699541" cy="295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Image30">
            <a:extLst>
              <a:ext uri="{FF2B5EF4-FFF2-40B4-BE49-F238E27FC236}">
                <a16:creationId xmlns:a16="http://schemas.microsoft.com/office/drawing/2014/main" id="{6D9D4F2B-FE3A-251C-3067-AC7455CFC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4785914" y="2085109"/>
            <a:ext cx="1602140" cy="295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Image31">
            <a:extLst>
              <a:ext uri="{FF2B5EF4-FFF2-40B4-BE49-F238E27FC236}">
                <a16:creationId xmlns:a16="http://schemas.microsoft.com/office/drawing/2014/main" id="{BBD4EF48-BD9A-C906-2833-815E3D43D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6984469" y="2085108"/>
            <a:ext cx="1584567" cy="295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age28">
            <a:extLst>
              <a:ext uri="{FF2B5EF4-FFF2-40B4-BE49-F238E27FC236}">
                <a16:creationId xmlns:a16="http://schemas.microsoft.com/office/drawing/2014/main" id="{489E303C-F4D9-33C0-B2AE-87124CBD7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8" r="-14" b="-8"/>
          <a:stretch>
            <a:fillRect/>
          </a:stretch>
        </p:blipFill>
        <p:spPr bwMode="auto">
          <a:xfrm>
            <a:off x="446028" y="2085108"/>
            <a:ext cx="1576823" cy="2953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QUẢN LÝ TÀI KHOẢN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tài khoản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50592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097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6312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tài khoản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0972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2584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tài khoản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803136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0972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48856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274320" y="2606040"/>
            <a:ext cx="85953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1"/>
          <p:cNvSpPr/>
          <p:nvPr/>
        </p:nvSpPr>
        <p:spPr>
          <a:xfrm>
            <a:off x="54864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 hiệu quả, đầy đủ thông tin.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rõ ràng giữa Admin và User.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tính bảo mật hệ thống.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QUẢN LÝ SẢN PHẨM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sản phẩm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50592" y="100584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E945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188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6312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sản phẩm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00584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C0392B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188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2584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sản phẩm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803136" y="100584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27AE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1887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48856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sản phẩm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QUẢN LÝ HÃNG &amp; ĐƠN HÀNG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HÃNG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hãng đồng hồ mới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thông tin hãng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hãng khỏi hệ thống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ĐƠN HÀNG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hang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</a:t>
            </a:r>
            <a:r>
              <a:rPr lang="vi-VN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đơn hàng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trạng thái đơn hàng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2: CHỨC NĂNG USER — TỔNG QUAN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0F34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/ Đăng nhập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11880" y="100584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E945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88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33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sản phẩm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26480" y="100584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5A623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188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1097280" y="292608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27AE60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31089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703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hàng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611880" y="292608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8E44AD"/>
          </a:solidFill>
          <a:ln/>
          <a:effectLst>
            <a:outerShdw blurRad="1016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1089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03320" y="3703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cá nhân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ĐĂNG KÝ &amp; ĐĂNG NHẬP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79171" cy="36576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79171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496291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tài khoản mới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thông tin cá nhân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email hợp lệ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mật khẩu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1679171" cy="36576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1679171" cy="4572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4892040" y="987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1529911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tên đăng nhập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mật khẩu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thông tin hợp lệ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Admin/User</a:t>
            </a:r>
            <a:endParaRPr lang="en-US" sz="1400" dirty="0"/>
          </a:p>
        </p:txBody>
      </p:sp>
      <p:pic>
        <p:nvPicPr>
          <p:cNvPr id="4098" name="Image21">
            <a:extLst>
              <a:ext uri="{FF2B5EF4-FFF2-40B4-BE49-F238E27FC236}">
                <a16:creationId xmlns:a16="http://schemas.microsoft.com/office/drawing/2014/main" id="{C322676F-7DB2-0B8F-9CC1-9D65AF93E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6812279" y="960120"/>
            <a:ext cx="1794847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Image22">
            <a:extLst>
              <a:ext uri="{FF2B5EF4-FFF2-40B4-BE49-F238E27FC236}">
                <a16:creationId xmlns:a16="http://schemas.microsoft.com/office/drawing/2014/main" id="{963A0910-FC01-445C-9A35-57BAD21B7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8" r="-14" b="-8"/>
          <a:stretch>
            <a:fillRect/>
          </a:stretch>
        </p:blipFill>
        <p:spPr bwMode="auto">
          <a:xfrm>
            <a:off x="2331719" y="960120"/>
            <a:ext cx="1860196" cy="3659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XEM SẢN PHẨM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14745" y="868680"/>
            <a:ext cx="2651760" cy="42291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280160" y="971550"/>
            <a:ext cx="640080" cy="64008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3555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66705"/>
            <a:ext cx="2468880" cy="259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sản phẩm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980858"/>
            <a:ext cx="2377440" cy="350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tất cả đồng hồ với hình ảnh, giá, hãng.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2958222"/>
            <a:ext cx="2651760" cy="199418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1188720" y="2931898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99590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664808"/>
            <a:ext cx="2468880" cy="259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sản phẩm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0040" y="3950210"/>
            <a:ext cx="2377440" cy="379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đầy đủ thông tin: mô tả, thông số kỹ thuật.</a:t>
            </a:r>
            <a:endParaRPr lang="en-US" sz="1300" dirty="0"/>
          </a:p>
        </p:txBody>
      </p:sp>
      <p:pic>
        <p:nvPicPr>
          <p:cNvPr id="5122" name="Image23">
            <a:extLst>
              <a:ext uri="{FF2B5EF4-FFF2-40B4-BE49-F238E27FC236}">
                <a16:creationId xmlns:a16="http://schemas.microsoft.com/office/drawing/2014/main" id="{1F1D5EF0-C713-5970-BCCE-6BCC48279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3564774" y="971549"/>
            <a:ext cx="2014452" cy="4063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Image24">
            <a:extLst>
              <a:ext uri="{FF2B5EF4-FFF2-40B4-BE49-F238E27FC236}">
                <a16:creationId xmlns:a16="http://schemas.microsoft.com/office/drawing/2014/main" id="{22BB20F5-AE80-58B1-E34A-D6F5566C6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6210911" y="964033"/>
            <a:ext cx="1985646" cy="398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GIỎ HÀNG &amp; ĐẶT HÀNG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12751" y="1097280"/>
            <a:ext cx="822960" cy="917045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71" y="137159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3012" y="2098479"/>
            <a:ext cx="8314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vào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80049" y="1596225"/>
            <a:ext cx="411480" cy="0"/>
          </a:xfrm>
          <a:prstGeom prst="line">
            <a:avLst/>
          </a:prstGeom>
          <a:noFill/>
          <a:ln w="2540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5"/>
          <p:cNvSpPr/>
          <p:nvPr/>
        </p:nvSpPr>
        <p:spPr>
          <a:xfrm>
            <a:off x="2038682" y="1130409"/>
            <a:ext cx="868680" cy="917045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282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06587" y="1308644"/>
            <a:ext cx="8196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467554" y="2153644"/>
            <a:ext cx="0" cy="418106"/>
          </a:xfrm>
          <a:prstGeom prst="line">
            <a:avLst/>
          </a:prstGeom>
          <a:noFill/>
          <a:ln w="2540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8"/>
          <p:cNvSpPr/>
          <p:nvPr/>
        </p:nvSpPr>
        <p:spPr>
          <a:xfrm>
            <a:off x="2046469" y="2571750"/>
            <a:ext cx="868679" cy="917045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208" y="2812653"/>
            <a:ext cx="457200" cy="435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84114" y="2738559"/>
            <a:ext cx="8030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hàng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 flipH="1">
            <a:off x="2467553" y="3520440"/>
            <a:ext cx="1" cy="477741"/>
          </a:xfrm>
          <a:prstGeom prst="line">
            <a:avLst/>
          </a:prstGeom>
          <a:noFill/>
          <a:ln w="2540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1"/>
          <p:cNvSpPr/>
          <p:nvPr/>
        </p:nvSpPr>
        <p:spPr>
          <a:xfrm>
            <a:off x="2023277" y="4013091"/>
            <a:ext cx="868679" cy="87050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9017" y="4198129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06587" y="4128305"/>
            <a:ext cx="97867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</a:t>
            </a:r>
            <a:endParaRPr lang="en-US" sz="1300" dirty="0"/>
          </a:p>
        </p:txBody>
      </p:sp>
      <p:pic>
        <p:nvPicPr>
          <p:cNvPr id="6146" name="Image25">
            <a:extLst>
              <a:ext uri="{FF2B5EF4-FFF2-40B4-BE49-F238E27FC236}">
                <a16:creationId xmlns:a16="http://schemas.microsoft.com/office/drawing/2014/main" id="{A7D112F4-F992-B93F-EA85-B79EE4BDA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8" r="-14" b="-8"/>
          <a:stretch>
            <a:fillRect/>
          </a:stretch>
        </p:blipFill>
        <p:spPr bwMode="auto">
          <a:xfrm>
            <a:off x="4298177" y="951846"/>
            <a:ext cx="1944865" cy="387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HỒ SƠ &amp; LỊCH SỬ ĐƠN HÀNG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71923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71923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241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05840"/>
            <a:ext cx="142328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CÁ NHÂN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796641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thông tin cá nhân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mật khẩu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địa chỉ giao hàng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2262146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vi-VN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2262146" cy="5029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0241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005840"/>
            <a:ext cx="1713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ĐƠN HÀNG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554480"/>
            <a:ext cx="1910139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sử mua hàng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trạng thái đơn hàng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từng đơn hàng</a:t>
            </a:r>
            <a:endParaRPr lang="en-US" sz="1400" dirty="0"/>
          </a:p>
        </p:txBody>
      </p:sp>
      <p:pic>
        <p:nvPicPr>
          <p:cNvPr id="7170" name="Image27">
            <a:extLst>
              <a:ext uri="{FF2B5EF4-FFF2-40B4-BE49-F238E27FC236}">
                <a16:creationId xmlns:a16="http://schemas.microsoft.com/office/drawing/2014/main" id="{38C59052-91FB-B8DB-2C06-7E4E745B9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2486633" y="955013"/>
            <a:ext cx="2038983" cy="40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Image26">
            <a:extLst>
              <a:ext uri="{FF2B5EF4-FFF2-40B4-BE49-F238E27FC236}">
                <a16:creationId xmlns:a16="http://schemas.microsoft.com/office/drawing/2014/main" id="{A1FAC597-8A81-37D5-1B01-669F6613B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6" r="-14" b="-6"/>
          <a:stretch>
            <a:fillRect/>
          </a:stretch>
        </p:blipFill>
        <p:spPr bwMode="auto">
          <a:xfrm>
            <a:off x="7126754" y="955013"/>
            <a:ext cx="1971326" cy="3948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 &amp; HƯỚNG PHÁT TRIỂN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thành công ứng dụng Android.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bả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thiện phân hệ Admin và User.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dữ liệu bằng SQLite ổn định.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thân thiện, dễ sử dụng.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Firebase (cloud database).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trực tuyến (VNPay, Momo).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đơn hàng real-time.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Google/Facebook.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446475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3339" y="257175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bán đồng hồ trên nền tảng Android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645</Words>
  <Application>Microsoft Office PowerPoint</Application>
  <PresentationFormat>On-screen Show (16:9)</PresentationFormat>
  <Paragraphs>142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bán đồng hồ Android</dc:title>
  <dc:subject>PptxGenJS Presentation</dc:subject>
  <dc:creator>PptxGenJS</dc:creator>
  <cp:lastModifiedBy>Sỹ Đặng</cp:lastModifiedBy>
  <cp:revision>2</cp:revision>
  <dcterms:created xsi:type="dcterms:W3CDTF">2026-06-24T01:16:33Z</dcterms:created>
  <dcterms:modified xsi:type="dcterms:W3CDTF">2026-06-24T01:49:53Z</dcterms:modified>
</cp:coreProperties>
</file>